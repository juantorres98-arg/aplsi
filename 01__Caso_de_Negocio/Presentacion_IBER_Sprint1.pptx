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B62285-2A2A-1DA3-9F43-4ED6A85B7B18}" v="189" dt="2026-09-03T23:57:47.134"/>
    <p1510:client id="{8B15057C-036A-506E-B361-076E82B147F9}" v="26" dt="2026-09-04T00:49:04.5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Nicolás Martinez" userId="S::80ma42497604@campus.economicas.uba.ar::2d5c8c59-d97d-46c9-87d9-fd4c809702b5" providerId="AD" clId="Web-{82B62285-2A2A-1DA3-9F43-4ED6A85B7B18}"/>
    <pc:docChg chg="modSld">
      <pc:chgData name="Santiago Nicolás Martinez" userId="S::80ma42497604@campus.economicas.uba.ar::2d5c8c59-d97d-46c9-87d9-fd4c809702b5" providerId="AD" clId="Web-{82B62285-2A2A-1DA3-9F43-4ED6A85B7B18}" dt="2026-09-03T23:57:45.900" v="177" actId="20577"/>
      <pc:docMkLst>
        <pc:docMk/>
      </pc:docMkLst>
      <pc:sldChg chg="modSp">
        <pc:chgData name="Santiago Nicolás Martinez" userId="S::80ma42497604@campus.economicas.uba.ar::2d5c8c59-d97d-46c9-87d9-fd4c809702b5" providerId="AD" clId="Web-{82B62285-2A2A-1DA3-9F43-4ED6A85B7B18}" dt="2026-09-03T23:57:45.900" v="177" actId="20577"/>
        <pc:sldMkLst>
          <pc:docMk/>
          <pc:sldMk cId="0" sldId="256"/>
        </pc:sldMkLst>
        <pc:spChg chg="mod">
          <ac:chgData name="Santiago Nicolás Martinez" userId="S::80ma42497604@campus.economicas.uba.ar::2d5c8c59-d97d-46c9-87d9-fd4c809702b5" providerId="AD" clId="Web-{82B62285-2A2A-1DA3-9F43-4ED6A85B7B18}" dt="2026-09-03T23:57:45.900" v="177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Sp">
        <pc:chgData name="Santiago Nicolás Martinez" userId="S::80ma42497604@campus.economicas.uba.ar::2d5c8c59-d97d-46c9-87d9-fd4c809702b5" providerId="AD" clId="Web-{82B62285-2A2A-1DA3-9F43-4ED6A85B7B18}" dt="2026-09-03T23:24:40.547" v="176" actId="1076"/>
        <pc:sldMkLst>
          <pc:docMk/>
          <pc:sldMk cId="0" sldId="257"/>
        </pc:sldMkLst>
        <pc:spChg chg="mod">
          <ac:chgData name="Santiago Nicolás Martinez" userId="S::80ma42497604@campus.economicas.uba.ar::2d5c8c59-d97d-46c9-87d9-fd4c809702b5" providerId="AD" clId="Web-{82B62285-2A2A-1DA3-9F43-4ED6A85B7B18}" dt="2026-09-03T23:24:07.123" v="168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4:27.905" v="171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3:31.903" v="163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4:40.500" v="174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4:14.827" v="169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4:40.531" v="175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4:40.547" v="176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4:29.937" v="173" actId="1076"/>
          <ac:spMkLst>
            <pc:docMk/>
            <pc:sldMk cId="0" sldId="257"/>
            <ac:spMk id="12" creationId="{00000000-0000-0000-0000-000000000000}"/>
          </ac:spMkLst>
        </pc:spChg>
        <pc:spChg chg="mod ord topLvl">
          <ac:chgData name="Santiago Nicolás Martinez" userId="S::80ma42497604@campus.economicas.uba.ar::2d5c8c59-d97d-46c9-87d9-fd4c809702b5" providerId="AD" clId="Web-{82B62285-2A2A-1DA3-9F43-4ED6A85B7B18}" dt="2026-09-03T23:20:22.035" v="121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15:36.445" v="77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16:22.915" v="80" actId="1076"/>
          <ac:spMkLst>
            <pc:docMk/>
            <pc:sldMk cId="0" sldId="257"/>
            <ac:spMk id="18" creationId="{00000000-0000-0000-0000-000000000000}"/>
          </ac:spMkLst>
        </pc:spChg>
        <pc:spChg chg="mod topLvl">
          <ac:chgData name="Santiago Nicolás Martinez" userId="S::80ma42497604@campus.economicas.uba.ar::2d5c8c59-d97d-46c9-87d9-fd4c809702b5" providerId="AD" clId="Web-{82B62285-2A2A-1DA3-9F43-4ED6A85B7B18}" dt="2026-09-03T23:20:22.035" v="119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1:10.662" v="135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1:06.053" v="134" actId="1076"/>
          <ac:spMkLst>
            <pc:docMk/>
            <pc:sldMk cId="0" sldId="257"/>
            <ac:spMk id="21" creationId="{00000000-0000-0000-0000-000000000000}"/>
          </ac:spMkLst>
        </pc:spChg>
        <pc:spChg chg="del">
          <ac:chgData name="Santiago Nicolás Martinez" userId="S::80ma42497604@campus.economicas.uba.ar::2d5c8c59-d97d-46c9-87d9-fd4c809702b5" providerId="AD" clId="Web-{82B62285-2A2A-1DA3-9F43-4ED6A85B7B18}" dt="2026-09-03T23:17:55.326" v="93"/>
          <ac:spMkLst>
            <pc:docMk/>
            <pc:sldMk cId="0" sldId="257"/>
            <ac:spMk id="23" creationId="{00000000-0000-0000-0000-000000000000}"/>
          </ac:spMkLst>
        </pc:spChg>
        <pc:spChg chg="del">
          <ac:chgData name="Santiago Nicolás Martinez" userId="S::80ma42497604@campus.economicas.uba.ar::2d5c8c59-d97d-46c9-87d9-fd4c809702b5" providerId="AD" clId="Web-{82B62285-2A2A-1DA3-9F43-4ED6A85B7B18}" dt="2026-09-03T23:17:53.529" v="92"/>
          <ac:spMkLst>
            <pc:docMk/>
            <pc:sldMk cId="0" sldId="257"/>
            <ac:spMk id="24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17:22.356" v="87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1:25.694" v="137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1:18.600" v="136" actId="1076"/>
          <ac:spMkLst>
            <pc:docMk/>
            <pc:sldMk cId="0" sldId="257"/>
            <ac:spMk id="27" creationId="{00000000-0000-0000-0000-000000000000}"/>
          </ac:spMkLst>
        </pc:spChg>
        <pc:spChg chg="del">
          <ac:chgData name="Santiago Nicolás Martinez" userId="S::80ma42497604@campus.economicas.uba.ar::2d5c8c59-d97d-46c9-87d9-fd4c809702b5" providerId="AD" clId="Web-{82B62285-2A2A-1DA3-9F43-4ED6A85B7B18}" dt="2026-09-03T23:18:02.576" v="95"/>
          <ac:spMkLst>
            <pc:docMk/>
            <pc:sldMk cId="0" sldId="257"/>
            <ac:spMk id="29" creationId="{00000000-0000-0000-0000-000000000000}"/>
          </ac:spMkLst>
        </pc:spChg>
        <pc:spChg chg="del">
          <ac:chgData name="Santiago Nicolás Martinez" userId="S::80ma42497604@campus.economicas.uba.ar::2d5c8c59-d97d-46c9-87d9-fd4c809702b5" providerId="AD" clId="Web-{82B62285-2A2A-1DA3-9F43-4ED6A85B7B18}" dt="2026-09-03T23:18:00.951" v="94"/>
          <ac:spMkLst>
            <pc:docMk/>
            <pc:sldMk cId="0" sldId="257"/>
            <ac:spMk id="30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17:31.918" v="88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1:42.257" v="139" actId="107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1:37.289" v="138" actId="1076"/>
          <ac:spMkLst>
            <pc:docMk/>
            <pc:sldMk cId="0" sldId="257"/>
            <ac:spMk id="33" creationId="{00000000-0000-0000-0000-000000000000}"/>
          </ac:spMkLst>
        </pc:spChg>
        <pc:spChg chg="del">
          <ac:chgData name="Santiago Nicolás Martinez" userId="S::80ma42497604@campus.economicas.uba.ar::2d5c8c59-d97d-46c9-87d9-fd4c809702b5" providerId="AD" clId="Web-{82B62285-2A2A-1DA3-9F43-4ED6A85B7B18}" dt="2026-09-03T23:17:51.435" v="91"/>
          <ac:spMkLst>
            <pc:docMk/>
            <pc:sldMk cId="0" sldId="257"/>
            <ac:spMk id="35" creationId="{00000000-0000-0000-0000-000000000000}"/>
          </ac:spMkLst>
        </pc:spChg>
        <pc:spChg chg="del">
          <ac:chgData name="Santiago Nicolás Martinez" userId="S::80ma42497604@campus.economicas.uba.ar::2d5c8c59-d97d-46c9-87d9-fd4c809702b5" providerId="AD" clId="Web-{82B62285-2A2A-1DA3-9F43-4ED6A85B7B18}" dt="2026-09-03T23:17:49.138" v="90"/>
          <ac:spMkLst>
            <pc:docMk/>
            <pc:sldMk cId="0" sldId="257"/>
            <ac:spMk id="36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17:43.372" v="89" actId="1076"/>
          <ac:spMkLst>
            <pc:docMk/>
            <pc:sldMk cId="0" sldId="257"/>
            <ac:spMk id="37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1:56.352" v="141" actId="1076"/>
          <ac:spMkLst>
            <pc:docMk/>
            <pc:sldMk cId="0" sldId="257"/>
            <ac:spMk id="38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21:50.086" v="140" actId="1076"/>
          <ac:spMkLst>
            <pc:docMk/>
            <pc:sldMk cId="0" sldId="257"/>
            <ac:spMk id="39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18:20.202" v="98" actId="20577"/>
          <ac:spMkLst>
            <pc:docMk/>
            <pc:sldMk cId="0" sldId="257"/>
            <ac:spMk id="44" creationId="{03D68984-270B-2B06-24FF-27FBEC16B189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19:36.189" v="108" actId="1076"/>
          <ac:spMkLst>
            <pc:docMk/>
            <pc:sldMk cId="0" sldId="257"/>
            <ac:spMk id="47" creationId="{70760E11-EC22-5C08-D8A5-430E2F254113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19:22.001" v="107" actId="1076"/>
          <ac:spMkLst>
            <pc:docMk/>
            <pc:sldMk cId="0" sldId="257"/>
            <ac:spMk id="50" creationId="{E0EF8735-04EC-0D9D-5B13-F5038CADB119}"/>
          </ac:spMkLst>
        </pc:spChg>
        <pc:grpChg chg="add del mod ord">
          <ac:chgData name="Santiago Nicolás Martinez" userId="S::80ma42497604@campus.economicas.uba.ar::2d5c8c59-d97d-46c9-87d9-fd4c809702b5" providerId="AD" clId="Web-{82B62285-2A2A-1DA3-9F43-4ED6A85B7B18}" dt="2026-09-03T23:14:57.474" v="68"/>
          <ac:grpSpMkLst>
            <pc:docMk/>
            <pc:sldMk cId="0" sldId="257"/>
            <ac:grpSpMk id="40" creationId="{338379B0-3375-601C-318D-A5DD0A672779}"/>
          </ac:grpSpMkLst>
        </pc:grpChg>
        <pc:grpChg chg="add mod">
          <ac:chgData name="Santiago Nicolás Martinez" userId="S::80ma42497604@campus.economicas.uba.ar::2d5c8c59-d97d-46c9-87d9-fd4c809702b5" providerId="AD" clId="Web-{82B62285-2A2A-1DA3-9F43-4ED6A85B7B18}" dt="2026-09-03T23:20:22.035" v="120" actId="1076"/>
          <ac:grpSpMkLst>
            <pc:docMk/>
            <pc:sldMk cId="0" sldId="257"/>
            <ac:grpSpMk id="41" creationId="{ED7DFA91-C9AF-3ADD-B031-5A5B1F62DB95}"/>
          </ac:grpSpMkLst>
        </pc:grpChg>
        <pc:grpChg chg="add mod">
          <ac:chgData name="Santiago Nicolás Martinez" userId="S::80ma42497604@campus.economicas.uba.ar::2d5c8c59-d97d-46c9-87d9-fd4c809702b5" providerId="AD" clId="Web-{82B62285-2A2A-1DA3-9F43-4ED6A85B7B18}" dt="2026-09-03T23:18:17.655" v="97" actId="1076"/>
          <ac:grpSpMkLst>
            <pc:docMk/>
            <pc:sldMk cId="0" sldId="257"/>
            <ac:grpSpMk id="42" creationId="{376B42A4-02FA-AA06-FDE5-DB3BF3063BD2}"/>
          </ac:grpSpMkLst>
        </pc:grpChg>
        <pc:grpChg chg="add mod">
          <ac:chgData name="Santiago Nicolás Martinez" userId="S::80ma42497604@campus.economicas.uba.ar::2d5c8c59-d97d-46c9-87d9-fd4c809702b5" providerId="AD" clId="Web-{82B62285-2A2A-1DA3-9F43-4ED6A85B7B18}" dt="2026-09-03T23:18:26.858" v="100" actId="1076"/>
          <ac:grpSpMkLst>
            <pc:docMk/>
            <pc:sldMk cId="0" sldId="257"/>
            <ac:grpSpMk id="45" creationId="{62BF135E-4FA9-78EF-A174-CF0870E8A9F6}"/>
          </ac:grpSpMkLst>
        </pc:grpChg>
        <pc:grpChg chg="add mod">
          <ac:chgData name="Santiago Nicolás Martinez" userId="S::80ma42497604@campus.economicas.uba.ar::2d5c8c59-d97d-46c9-87d9-fd4c809702b5" providerId="AD" clId="Web-{82B62285-2A2A-1DA3-9F43-4ED6A85B7B18}" dt="2026-09-03T23:19:54.081" v="109" actId="1076"/>
          <ac:grpSpMkLst>
            <pc:docMk/>
            <pc:sldMk cId="0" sldId="257"/>
            <ac:grpSpMk id="48" creationId="{9DF3822D-2B78-2E57-FF96-79F6D1A0BAFD}"/>
          </ac:grpSpMkLst>
        </pc:grpChg>
      </pc:sldChg>
      <pc:sldChg chg="addSp modSp">
        <pc:chgData name="Santiago Nicolás Martinez" userId="S::80ma42497604@campus.economicas.uba.ar::2d5c8c59-d97d-46c9-87d9-fd4c809702b5" providerId="AD" clId="Web-{82B62285-2A2A-1DA3-9F43-4ED6A85B7B18}" dt="2026-09-03T23:08:50.802" v="23" actId="1076"/>
        <pc:sldMkLst>
          <pc:docMk/>
          <pc:sldMk cId="0" sldId="258"/>
        </pc:sldMkLst>
        <pc:spChg chg="mod">
          <ac:chgData name="Santiago Nicolás Martinez" userId="S::80ma42497604@campus.economicas.uba.ar::2d5c8c59-d97d-46c9-87d9-fd4c809702b5" providerId="AD" clId="Web-{82B62285-2A2A-1DA3-9F43-4ED6A85B7B18}" dt="2026-09-03T23:07:11.079" v="5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07:11.750" v="6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ntiago Nicolás Martinez" userId="S::80ma42497604@campus.economicas.uba.ar::2d5c8c59-d97d-46c9-87d9-fd4c809702b5" providerId="AD" clId="Web-{82B62285-2A2A-1DA3-9F43-4ED6A85B7B18}" dt="2026-09-03T23:08:50.802" v="23" actId="1076"/>
          <ac:spMkLst>
            <pc:docMk/>
            <pc:sldMk cId="0" sldId="258"/>
            <ac:spMk id="23" creationId="{00000000-0000-0000-0000-000000000000}"/>
          </ac:spMkLst>
        </pc:spChg>
        <pc:grpChg chg="add mod">
          <ac:chgData name="Santiago Nicolás Martinez" userId="S::80ma42497604@campus.economicas.uba.ar::2d5c8c59-d97d-46c9-87d9-fd4c809702b5" providerId="AD" clId="Web-{82B62285-2A2A-1DA3-9F43-4ED6A85B7B18}" dt="2026-09-03T23:08:09.081" v="16" actId="1076"/>
          <ac:grpSpMkLst>
            <pc:docMk/>
            <pc:sldMk cId="0" sldId="258"/>
            <ac:grpSpMk id="32" creationId="{AB6B038D-C0EA-C129-C4EC-4693EC779C9F}"/>
          </ac:grpSpMkLst>
        </pc:grpChg>
        <pc:grpChg chg="add mod">
          <ac:chgData name="Santiago Nicolás Martinez" userId="S::80ma42497604@campus.economicas.uba.ar::2d5c8c59-d97d-46c9-87d9-fd4c809702b5" providerId="AD" clId="Web-{82B62285-2A2A-1DA3-9F43-4ED6A85B7B18}" dt="2026-09-03T23:08:04.846" v="15" actId="1076"/>
          <ac:grpSpMkLst>
            <pc:docMk/>
            <pc:sldMk cId="0" sldId="258"/>
            <ac:grpSpMk id="33" creationId="{92026E04-9685-1CA2-6D34-4D28C7B90CCD}"/>
          </ac:grpSpMkLst>
        </pc:grpChg>
        <pc:grpChg chg="add mod">
          <ac:chgData name="Santiago Nicolás Martinez" userId="S::80ma42497604@campus.economicas.uba.ar::2d5c8c59-d97d-46c9-87d9-fd4c809702b5" providerId="AD" clId="Web-{82B62285-2A2A-1DA3-9F43-4ED6A85B7B18}" dt="2026-09-03T23:08:00.487" v="14" actId="1076"/>
          <ac:grpSpMkLst>
            <pc:docMk/>
            <pc:sldMk cId="0" sldId="258"/>
            <ac:grpSpMk id="34" creationId="{624C55C3-20B9-BA8F-9A4C-1D219D3DEC2F}"/>
          </ac:grpSpMkLst>
        </pc:grpChg>
        <pc:grpChg chg="add mod">
          <ac:chgData name="Santiago Nicolás Martinez" userId="S::80ma42497604@campus.economicas.uba.ar::2d5c8c59-d97d-46c9-87d9-fd4c809702b5" providerId="AD" clId="Web-{82B62285-2A2A-1DA3-9F43-4ED6A85B7B18}" dt="2026-09-03T23:07:55.924" v="13" actId="1076"/>
          <ac:grpSpMkLst>
            <pc:docMk/>
            <pc:sldMk cId="0" sldId="258"/>
            <ac:grpSpMk id="35" creationId="{34C0A496-2B9E-CDDB-BE9A-83CD8E0D8B13}"/>
          </ac:grpSpMkLst>
        </pc:grpChg>
        <pc:grpChg chg="add mod">
          <ac:chgData name="Santiago Nicolás Martinez" userId="S::80ma42497604@campus.economicas.uba.ar::2d5c8c59-d97d-46c9-87d9-fd4c809702b5" providerId="AD" clId="Web-{82B62285-2A2A-1DA3-9F43-4ED6A85B7B18}" dt="2026-09-03T23:07:47.127" v="12" actId="1076"/>
          <ac:grpSpMkLst>
            <pc:docMk/>
            <pc:sldMk cId="0" sldId="258"/>
            <ac:grpSpMk id="36" creationId="{3AE4BFA9-743A-855A-46D1-32ED11E735A3}"/>
          </ac:grpSpMkLst>
        </pc:grpChg>
        <pc:grpChg chg="add">
          <ac:chgData name="Santiago Nicolás Martinez" userId="S::80ma42497604@campus.economicas.uba.ar::2d5c8c59-d97d-46c9-87d9-fd4c809702b5" providerId="AD" clId="Web-{82B62285-2A2A-1DA3-9F43-4ED6A85B7B18}" dt="2026-09-03T23:08:15.519" v="17"/>
          <ac:grpSpMkLst>
            <pc:docMk/>
            <pc:sldMk cId="0" sldId="258"/>
            <ac:grpSpMk id="37" creationId="{4F2AF04A-A37B-482B-3C49-3F0AA7C4A4F2}"/>
          </ac:grpSpMkLst>
        </pc:grpChg>
        <pc:grpChg chg="add">
          <ac:chgData name="Santiago Nicolás Martinez" userId="S::80ma42497604@campus.economicas.uba.ar::2d5c8c59-d97d-46c9-87d9-fd4c809702b5" providerId="AD" clId="Web-{82B62285-2A2A-1DA3-9F43-4ED6A85B7B18}" dt="2026-09-03T23:08:20.878" v="18"/>
          <ac:grpSpMkLst>
            <pc:docMk/>
            <pc:sldMk cId="0" sldId="258"/>
            <ac:grpSpMk id="38" creationId="{2D8F830F-C946-5E5A-3048-3BE66A70A689}"/>
          </ac:grpSpMkLst>
        </pc:grpChg>
        <pc:grpChg chg="add">
          <ac:chgData name="Santiago Nicolás Martinez" userId="S::80ma42497604@campus.economicas.uba.ar::2d5c8c59-d97d-46c9-87d9-fd4c809702b5" providerId="AD" clId="Web-{82B62285-2A2A-1DA3-9F43-4ED6A85B7B18}" dt="2026-09-03T23:08:27.145" v="19"/>
          <ac:grpSpMkLst>
            <pc:docMk/>
            <pc:sldMk cId="0" sldId="258"/>
            <ac:grpSpMk id="39" creationId="{19ACDB7C-1BA5-EFA6-5BB0-3E71B258B792}"/>
          </ac:grpSpMkLst>
        </pc:grpChg>
        <pc:grpChg chg="add">
          <ac:chgData name="Santiago Nicolás Martinez" userId="S::80ma42497604@campus.economicas.uba.ar::2d5c8c59-d97d-46c9-87d9-fd4c809702b5" providerId="AD" clId="Web-{82B62285-2A2A-1DA3-9F43-4ED6A85B7B18}" dt="2026-09-03T23:08:30.363" v="20"/>
          <ac:grpSpMkLst>
            <pc:docMk/>
            <pc:sldMk cId="0" sldId="258"/>
            <ac:grpSpMk id="40" creationId="{B9AC17B4-42A8-7444-A82C-8A74D305D6C2}"/>
          </ac:grpSpMkLst>
        </pc:grpChg>
        <pc:grpChg chg="add">
          <ac:chgData name="Santiago Nicolás Martinez" userId="S::80ma42497604@campus.economicas.uba.ar::2d5c8c59-d97d-46c9-87d9-fd4c809702b5" providerId="AD" clId="Web-{82B62285-2A2A-1DA3-9F43-4ED6A85B7B18}" dt="2026-09-03T23:08:32.973" v="21"/>
          <ac:grpSpMkLst>
            <pc:docMk/>
            <pc:sldMk cId="0" sldId="258"/>
            <ac:grpSpMk id="41" creationId="{D1834C40-58D8-C45A-16B3-580539D56441}"/>
          </ac:grpSpMkLst>
        </pc:grpChg>
        <pc:grpChg chg="add">
          <ac:chgData name="Santiago Nicolás Martinez" userId="S::80ma42497604@campus.economicas.uba.ar::2d5c8c59-d97d-46c9-87d9-fd4c809702b5" providerId="AD" clId="Web-{82B62285-2A2A-1DA3-9F43-4ED6A85B7B18}" dt="2026-09-03T23:08:40.411" v="22"/>
          <ac:grpSpMkLst>
            <pc:docMk/>
            <pc:sldMk cId="0" sldId="258"/>
            <ac:grpSpMk id="42" creationId="{0270D4C2-85C4-1F0F-F876-C33F0EA667B4}"/>
          </ac:grpSpMkLst>
        </pc:grpChg>
      </pc:sldChg>
      <pc:sldChg chg="modSp">
        <pc:chgData name="Santiago Nicolás Martinez" userId="S::80ma42497604@campus.economicas.uba.ar::2d5c8c59-d97d-46c9-87d9-fd4c809702b5" providerId="AD" clId="Web-{82B62285-2A2A-1DA3-9F43-4ED6A85B7B18}" dt="2026-09-03T23:06:54.296" v="2" actId="1076"/>
        <pc:sldMkLst>
          <pc:docMk/>
          <pc:sldMk cId="0" sldId="259"/>
        </pc:sldMkLst>
        <pc:spChg chg="mod">
          <ac:chgData name="Santiago Nicolás Martinez" userId="S::80ma42497604@campus.economicas.uba.ar::2d5c8c59-d97d-46c9-87d9-fd4c809702b5" providerId="AD" clId="Web-{82B62285-2A2A-1DA3-9F43-4ED6A85B7B18}" dt="2026-09-03T23:06:54.296" v="2" actId="1076"/>
          <ac:spMkLst>
            <pc:docMk/>
            <pc:sldMk cId="0" sldId="259"/>
            <ac:spMk id="30" creationId="{00000000-0000-0000-0000-000000000000}"/>
          </ac:spMkLst>
        </pc:spChg>
      </pc:sldChg>
    </pc:docChg>
  </pc:docChgLst>
  <pc:docChgLst>
    <pc:chgData name="Esteban Alejandro De Nardo" userId="S::43de41801511@campus.economicas.uba.ar::158e4b26-8de6-4d51-b509-d30541d62f09" providerId="AD" clId="Web-{8B15057C-036A-506E-B361-076E82B147F9}"/>
    <pc:docChg chg="modSld">
      <pc:chgData name="Esteban Alejandro De Nardo" userId="S::43de41801511@campus.economicas.uba.ar::158e4b26-8de6-4d51-b509-d30541d62f09" providerId="AD" clId="Web-{8B15057C-036A-506E-B361-076E82B147F9}" dt="2026-09-04T00:49:02.937" v="22" actId="20577"/>
      <pc:docMkLst>
        <pc:docMk/>
      </pc:docMkLst>
      <pc:sldChg chg="modSp">
        <pc:chgData name="Esteban Alejandro De Nardo" userId="S::43de41801511@campus.economicas.uba.ar::158e4b26-8de6-4d51-b509-d30541d62f09" providerId="AD" clId="Web-{8B15057C-036A-506E-B361-076E82B147F9}" dt="2026-09-04T00:49:02.937" v="22" actId="20577"/>
        <pc:sldMkLst>
          <pc:docMk/>
          <pc:sldMk cId="0" sldId="258"/>
        </pc:sldMkLst>
        <pc:spChg chg="mod">
          <ac:chgData name="Esteban Alejandro De Nardo" userId="S::43de41801511@campus.economicas.uba.ar::158e4b26-8de6-4d51-b509-d30541d62f09" providerId="AD" clId="Web-{8B15057C-036A-506E-B361-076E82B147F9}" dt="2026-09-04T00:11:00.335" v="20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Esteban Alejandro De Nardo" userId="S::43de41801511@campus.economicas.uba.ar::158e4b26-8de6-4d51-b509-d30541d62f09" providerId="AD" clId="Web-{8B15057C-036A-506E-B361-076E82B147F9}" dt="2026-09-04T00:49:02.937" v="22" actId="20577"/>
          <ac:spMkLst>
            <pc:docMk/>
            <pc:sldMk cId="0" sldId="258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CE07A0-55A9-44A0-AF47-BB89A291CC44}" type="datetimeFigureOut"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04CA84-36BB-4FC9-A8EA-0D117F28E07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3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logo_ppt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554480" cy="133685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>
                <a:solidFill>
                  <a:srgbClr val="4A1B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Caso IBER</a:t>
            </a:r>
            <a:endParaRPr lang="en-US" sz="5000"/>
          </a:p>
        </p:txBody>
      </p:sp>
      <p:sp>
        <p:nvSpPr>
          <p:cNvPr id="4" name="Text 1"/>
          <p:cNvSpPr txBox="1"/>
          <p:nvPr/>
        </p:nvSpPr>
        <p:spPr>
          <a:xfrm>
            <a:off x="54864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6B27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Diagnóstico y transformación digital de la gestión logística</a:t>
            </a:r>
            <a:endParaRPr lang="en-US" sz="2000"/>
          </a:p>
        </p:txBody>
      </p:sp>
      <p:sp>
        <p:nvSpPr>
          <p:cNvPr id="5" name="Text 2"/>
          <p:cNvSpPr txBox="1"/>
          <p:nvPr/>
        </p:nvSpPr>
        <p:spPr>
          <a:xfrm>
            <a:off x="54864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APLSI · Cátedra Piorun · Curso 3 · FCE-UBA · 2026</a:t>
            </a:r>
            <a:endParaRPr lang="en-US" sz="1200"/>
          </a:p>
        </p:txBody>
      </p:sp>
      <p:sp>
        <p:nvSpPr>
          <p:cNvPr id="6" name="Shape 3"/>
          <p:cNvSpPr/>
          <p:nvPr/>
        </p:nvSpPr>
        <p:spPr>
          <a:xfrm>
            <a:off x="548640" y="50749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4A1B2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52303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AA8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 DE CONSULTORÍA</a:t>
            </a:r>
            <a:endParaRPr lang="en-US" sz="1000"/>
          </a:p>
        </p:txBody>
      </p:sp>
      <p:sp>
        <p:nvSpPr>
          <p:cNvPr id="8" name="Text 5"/>
          <p:cNvSpPr txBox="1"/>
          <p:nvPr/>
        </p:nvSpPr>
        <p:spPr>
          <a:xfrm>
            <a:off x="868680" y="550468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EE0CB"/>
                </a:solidFill>
                <a:latin typeface="Poppins"/>
                <a:ea typeface="Poppins" pitchFamily="34" charset="-122"/>
                <a:cs typeface="Poppins"/>
              </a:rPr>
              <a:t>De Nardo  ·  Ignacio  ·  Torres  ·  Maggio  ·  Nakasone  ·  Martinez</a:t>
            </a:r>
            <a:endParaRPr lang="en-US" sz="1300"/>
          </a:p>
        </p:txBody>
      </p:sp>
      <p:sp>
        <p:nvSpPr>
          <p:cNvPr id="9" name="Text 6"/>
          <p:cNvSpPr txBox="1"/>
          <p:nvPr/>
        </p:nvSpPr>
        <p:spPr>
          <a:xfrm>
            <a:off x="7589520" y="5230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AA89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SPONSOR</a:t>
            </a:r>
            <a:endParaRPr lang="en-US" sz="1000"/>
          </a:p>
        </p:txBody>
      </p:sp>
      <p:sp>
        <p:nvSpPr>
          <p:cNvPr id="10" name="Text 7"/>
          <p:cNvSpPr txBox="1"/>
          <p:nvPr/>
        </p:nvSpPr>
        <p:spPr>
          <a:xfrm>
            <a:off x="7589520" y="5504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Sebastián Pensado — Gerente Comercial, IBER</a:t>
            </a:r>
            <a:endParaRPr lang="en-US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0276" y="387927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4A1B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IBER: quiénes son y hacia dónde van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Retail especializado en vinos, bebidas alcohólicas y productos gourmet · Uruguay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749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9525">
            <a:solidFill>
              <a:srgbClr val="BAA898"/>
            </a:solidFill>
            <a:prstDash val="solid"/>
          </a:ln>
          <a:effectLst>
            <a:outerShdw blurRad="101600" dist="38100" dir="5400000" algn="bl" rotWithShape="0">
              <a:srgbClr val="241017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6B27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 DE LA ORGANIZACIÓN</a:t>
            </a:r>
            <a:endParaRPr lang="en-US" sz="120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C2847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~100</a:t>
            </a:r>
            <a:endParaRPr lang="en-US" sz="3000"/>
          </a:p>
        </p:txBody>
      </p:sp>
      <p:sp>
        <p:nvSpPr>
          <p:cNvPr id="7" name="Text 5"/>
          <p:cNvSpPr txBox="1"/>
          <p:nvPr/>
        </p:nvSpPr>
        <p:spPr>
          <a:xfrm>
            <a:off x="775855" y="3069608"/>
            <a:ext cx="141732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empleados</a:t>
            </a:r>
            <a:endParaRPr lang="en-US" sz="1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2330796" y="24231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C2847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30</a:t>
            </a:r>
            <a:endParaRPr lang="en-US" sz="3000"/>
          </a:p>
        </p:txBody>
      </p:sp>
      <p:sp>
        <p:nvSpPr>
          <p:cNvPr id="9" name="Text 7"/>
          <p:cNvSpPr txBox="1"/>
          <p:nvPr/>
        </p:nvSpPr>
        <p:spPr>
          <a:xfrm>
            <a:off x="2330796" y="3081153"/>
            <a:ext cx="1417320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años en el mercado</a:t>
            </a:r>
            <a:endParaRPr lang="en-US" sz="1000"/>
          </a:p>
        </p:txBody>
      </p:sp>
      <p:sp>
        <p:nvSpPr>
          <p:cNvPr id="10" name="Text 8"/>
          <p:cNvSpPr txBox="1"/>
          <p:nvPr/>
        </p:nvSpPr>
        <p:spPr>
          <a:xfrm>
            <a:off x="3931920" y="24231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C2847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9</a:t>
            </a:r>
            <a:endParaRPr lang="en-US" sz="3000"/>
          </a:p>
        </p:txBody>
      </p:sp>
      <p:sp>
        <p:nvSpPr>
          <p:cNvPr id="11" name="Text 9"/>
          <p:cNvSpPr txBox="1"/>
          <p:nvPr/>
        </p:nvSpPr>
        <p:spPr>
          <a:xfrm>
            <a:off x="3931920" y="3061936"/>
            <a:ext cx="141732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localidades + canal online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914400" y="3703320"/>
            <a:ext cx="4343400" cy="0"/>
          </a:xfrm>
          <a:prstGeom prst="line">
            <a:avLst/>
          </a:prstGeom>
          <a:noFill/>
          <a:ln w="9525">
            <a:solidFill>
              <a:srgbClr val="BAA89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931920"/>
            <a:ext cx="4343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 multicanal: </a:t>
            </a:r>
            <a:r>
              <a:rPr lang="en-US" sz="130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locales físicos en todo el país + venta online, con clientes finales, corporativos, HORECA y mayoristas.</a:t>
            </a:r>
            <a:endParaRPr lang="en-US" sz="1300"/>
          </a:p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
</a:t>
            </a:r>
            <a:r>
              <a:rPr lang="en-US" sz="1300" b="1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Misión: </a:t>
            </a:r>
            <a:r>
              <a:rPr lang="en-US" sz="130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consolidarse como referente uruguayo en vinos y productos gourmet, con excelencia de servicio y cercanía con el consumidor.</a:t>
            </a:r>
            <a:endParaRPr lang="en-US" sz="1300"/>
          </a:p>
        </p:txBody>
      </p:sp>
      <p:sp>
        <p:nvSpPr>
          <p:cNvPr id="14" name="Text 12"/>
          <p:cNvSpPr txBox="1"/>
          <p:nvPr/>
        </p:nvSpPr>
        <p:spPr>
          <a:xfrm>
            <a:off x="5897880" y="1737360"/>
            <a:ext cx="574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6B27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OBJETIVOS ESTRATÉGICOS</a:t>
            </a:r>
            <a:endParaRPr lang="en-US" sz="1200"/>
          </a:p>
        </p:txBody>
      </p:sp>
      <p:sp>
        <p:nvSpPr>
          <p:cNvPr id="15" name="Text 13"/>
          <p:cNvSpPr txBox="1"/>
          <p:nvPr/>
        </p:nvSpPr>
        <p:spPr>
          <a:xfrm>
            <a:off x="5897880" y="2048256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Foco 2026 Q4 – 2027 Q1, orientados a digitalizar y optimizar la logística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5894085" y="2462137"/>
            <a:ext cx="5742432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</p:spPr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D7DFA91-C9AF-3ADD-B031-5A5B1F62DB95}"/>
              </a:ext>
            </a:extLst>
          </p:cNvPr>
          <p:cNvGrpSpPr/>
          <p:nvPr/>
        </p:nvGrpSpPr>
        <p:grpSpPr>
          <a:xfrm>
            <a:off x="6090227" y="2690737"/>
            <a:ext cx="322723" cy="317539"/>
            <a:chOff x="6090227" y="2760010"/>
            <a:chExt cx="322723" cy="317539"/>
          </a:xfrm>
        </p:grpSpPr>
        <p:sp>
          <p:nvSpPr>
            <p:cNvPr id="17" name="Shape 15"/>
            <p:cNvSpPr/>
            <p:nvPr/>
          </p:nvSpPr>
          <p:spPr>
            <a:xfrm>
              <a:off x="6090227" y="2760010"/>
              <a:ext cx="310896" cy="310896"/>
            </a:xfrm>
            <a:prstGeom prst="ellipse">
              <a:avLst/>
            </a:prstGeom>
            <a:solidFill>
              <a:srgbClr val="6B2737"/>
            </a:solidFill>
            <a:ln/>
          </p:spPr>
        </p:sp>
        <p:sp>
          <p:nvSpPr>
            <p:cNvPr id="18" name="Text 16"/>
            <p:cNvSpPr txBox="1"/>
            <p:nvPr/>
          </p:nvSpPr>
          <p:spPr>
            <a:xfrm>
              <a:off x="6102054" y="2766653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1</a:t>
              </a:r>
              <a:endParaRPr lang="en-US" sz="1300"/>
            </a:p>
          </p:txBody>
        </p:sp>
      </p:grpSp>
      <p:sp>
        <p:nvSpPr>
          <p:cNvPr id="19" name="Text 17"/>
          <p:cNvSpPr txBox="1"/>
          <p:nvPr/>
        </p:nvSpPr>
        <p:spPr>
          <a:xfrm>
            <a:off x="6583680" y="2667092"/>
            <a:ext cx="2907792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Digitalizar transferencias de mercadería entre depósito y locales</a:t>
            </a:r>
            <a:endParaRPr lang="en-US" sz="1200"/>
          </a:p>
        </p:txBody>
      </p:sp>
      <p:sp>
        <p:nvSpPr>
          <p:cNvPr id="20" name="Text 18"/>
          <p:cNvSpPr txBox="1"/>
          <p:nvPr/>
        </p:nvSpPr>
        <p:spPr>
          <a:xfrm>
            <a:off x="9582912" y="2620911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&gt;99% registradas</a:t>
            </a:r>
            <a:endParaRPr lang="en-US" sz="1100"/>
          </a:p>
        </p:txBody>
      </p:sp>
      <p:sp>
        <p:nvSpPr>
          <p:cNvPr id="21" name="Text 19"/>
          <p:cNvSpPr txBox="1"/>
          <p:nvPr/>
        </p:nvSpPr>
        <p:spPr>
          <a:xfrm>
            <a:off x="9582912" y="2895231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 Q4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5897880" y="3346704"/>
            <a:ext cx="5742432" cy="768096"/>
          </a:xfrm>
          <a:prstGeom prst="roundRect">
            <a:avLst>
              <a:gd name="adj" fmla="val 5952"/>
            </a:avLst>
          </a:prstGeom>
          <a:solidFill>
            <a:srgbClr val="EEE0C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0" y="3540113"/>
            <a:ext cx="2907792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Automatizar la selección del proveedor logístico más conveniente</a:t>
            </a:r>
            <a:endParaRPr lang="en-US" sz="1200"/>
          </a:p>
        </p:txBody>
      </p:sp>
      <p:sp>
        <p:nvSpPr>
          <p:cNvPr id="26" name="Text 24"/>
          <p:cNvSpPr txBox="1"/>
          <p:nvPr/>
        </p:nvSpPr>
        <p:spPr>
          <a:xfrm>
            <a:off x="9582912" y="3505477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&gt;90% de envíos</a:t>
            </a:r>
            <a:endParaRPr lang="en-US" sz="1100"/>
          </a:p>
        </p:txBody>
      </p:sp>
      <p:sp>
        <p:nvSpPr>
          <p:cNvPr id="27" name="Text 25"/>
          <p:cNvSpPr txBox="1"/>
          <p:nvPr/>
        </p:nvSpPr>
        <p:spPr>
          <a:xfrm>
            <a:off x="9582912" y="37682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 Q4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5897880" y="4242816"/>
            <a:ext cx="5742432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0" y="4449173"/>
            <a:ext cx="2907792" cy="369332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Registrar en el ERP los hitos de cada envío (preparación → entrega)</a:t>
            </a:r>
            <a:endParaRPr lang="en-US" sz="1200"/>
          </a:p>
        </p:txBody>
      </p:sp>
      <p:sp>
        <p:nvSpPr>
          <p:cNvPr id="32" name="Text 30"/>
          <p:cNvSpPr txBox="1"/>
          <p:nvPr/>
        </p:nvSpPr>
        <p:spPr>
          <a:xfrm>
            <a:off x="9582912" y="437849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&gt;99% de envíos</a:t>
            </a:r>
            <a:endParaRPr lang="en-US" sz="1100"/>
          </a:p>
        </p:txBody>
      </p:sp>
      <p:sp>
        <p:nvSpPr>
          <p:cNvPr id="33" name="Text 31"/>
          <p:cNvSpPr txBox="1"/>
          <p:nvPr/>
        </p:nvSpPr>
        <p:spPr>
          <a:xfrm>
            <a:off x="9582912" y="465281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2026 Q4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5897880" y="5138928"/>
            <a:ext cx="5742432" cy="768096"/>
          </a:xfrm>
          <a:prstGeom prst="roundRect">
            <a:avLst>
              <a:gd name="adj" fmla="val 5952"/>
            </a:avLst>
          </a:prstGeom>
          <a:solidFill>
            <a:srgbClr val="EEE0C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83680" y="5343883"/>
            <a:ext cx="2907792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Reducir el costo promedio de distribución por pedido</a:t>
            </a:r>
            <a:endParaRPr lang="en-US" sz="1200"/>
          </a:p>
        </p:txBody>
      </p:sp>
      <p:sp>
        <p:nvSpPr>
          <p:cNvPr id="38" name="Text 36"/>
          <p:cNvSpPr txBox="1"/>
          <p:nvPr/>
        </p:nvSpPr>
        <p:spPr>
          <a:xfrm>
            <a:off x="9582912" y="5251519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-20% del costo actual</a:t>
            </a:r>
            <a:endParaRPr lang="en-US" sz="1100"/>
          </a:p>
        </p:txBody>
      </p:sp>
      <p:sp>
        <p:nvSpPr>
          <p:cNvPr id="39" name="Text 37"/>
          <p:cNvSpPr txBox="1"/>
          <p:nvPr/>
        </p:nvSpPr>
        <p:spPr>
          <a:xfrm>
            <a:off x="9582912" y="5525839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2027 Q1</a:t>
            </a:r>
            <a:endParaRPr lang="en-US" sz="95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76B42A4-02FA-AA06-FDE5-DB3BF3063BD2}"/>
              </a:ext>
            </a:extLst>
          </p:cNvPr>
          <p:cNvGrpSpPr/>
          <p:nvPr/>
        </p:nvGrpSpPr>
        <p:grpSpPr>
          <a:xfrm>
            <a:off x="6090227" y="3568191"/>
            <a:ext cx="322723" cy="317539"/>
            <a:chOff x="6090227" y="2760010"/>
            <a:chExt cx="322723" cy="317539"/>
          </a:xfrm>
        </p:grpSpPr>
        <p:sp>
          <p:nvSpPr>
            <p:cNvPr id="43" name="Shape 15">
              <a:extLst>
                <a:ext uri="{FF2B5EF4-FFF2-40B4-BE49-F238E27FC236}">
                  <a16:creationId xmlns:a16="http://schemas.microsoft.com/office/drawing/2014/main" id="{A2D2F3AA-0596-A0B9-E516-F3D1BCF6C18E}"/>
                </a:ext>
              </a:extLst>
            </p:cNvPr>
            <p:cNvSpPr/>
            <p:nvPr/>
          </p:nvSpPr>
          <p:spPr>
            <a:xfrm>
              <a:off x="6090227" y="2760010"/>
              <a:ext cx="310896" cy="310896"/>
            </a:xfrm>
            <a:prstGeom prst="ellipse">
              <a:avLst/>
            </a:prstGeom>
            <a:solidFill>
              <a:srgbClr val="6B2737"/>
            </a:solidFill>
            <a:ln/>
          </p:spPr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03D68984-270B-2B06-24FF-27FBEC16B189}"/>
                </a:ext>
              </a:extLst>
            </p:cNvPr>
            <p:cNvSpPr txBox="1"/>
            <p:nvPr/>
          </p:nvSpPr>
          <p:spPr>
            <a:xfrm>
              <a:off x="6102054" y="2766653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Poppins"/>
                  <a:cs typeface="Poppins"/>
                </a:rPr>
                <a:t>2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2BF135E-4FA9-78EF-A174-CF0870E8A9F6}"/>
              </a:ext>
            </a:extLst>
          </p:cNvPr>
          <p:cNvGrpSpPr/>
          <p:nvPr/>
        </p:nvGrpSpPr>
        <p:grpSpPr>
          <a:xfrm>
            <a:off x="6090226" y="4468736"/>
            <a:ext cx="322723" cy="317539"/>
            <a:chOff x="6090227" y="2760010"/>
            <a:chExt cx="322723" cy="317539"/>
          </a:xfrm>
        </p:grpSpPr>
        <p:sp>
          <p:nvSpPr>
            <p:cNvPr id="46" name="Shape 15">
              <a:extLst>
                <a:ext uri="{FF2B5EF4-FFF2-40B4-BE49-F238E27FC236}">
                  <a16:creationId xmlns:a16="http://schemas.microsoft.com/office/drawing/2014/main" id="{8FED6F35-2417-3AF8-E2B2-621B86DE72F4}"/>
                </a:ext>
              </a:extLst>
            </p:cNvPr>
            <p:cNvSpPr/>
            <p:nvPr/>
          </p:nvSpPr>
          <p:spPr>
            <a:xfrm>
              <a:off x="6090227" y="2760010"/>
              <a:ext cx="310896" cy="310896"/>
            </a:xfrm>
            <a:prstGeom prst="ellipse">
              <a:avLst/>
            </a:prstGeom>
            <a:solidFill>
              <a:srgbClr val="6B2737"/>
            </a:solidFill>
            <a:ln/>
          </p:spPr>
        </p:sp>
        <p:sp>
          <p:nvSpPr>
            <p:cNvPr id="47" name="Text 16">
              <a:extLst>
                <a:ext uri="{FF2B5EF4-FFF2-40B4-BE49-F238E27FC236}">
                  <a16:creationId xmlns:a16="http://schemas.microsoft.com/office/drawing/2014/main" id="{70760E11-EC22-5C08-D8A5-430E2F254113}"/>
                </a:ext>
              </a:extLst>
            </p:cNvPr>
            <p:cNvSpPr txBox="1"/>
            <p:nvPr/>
          </p:nvSpPr>
          <p:spPr>
            <a:xfrm>
              <a:off x="6102054" y="2766653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Poppins"/>
                  <a:cs typeface="Poppins"/>
                </a:rPr>
                <a:t>3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DF3822D-2B78-2E57-FF96-79F6D1A0BAFD}"/>
              </a:ext>
            </a:extLst>
          </p:cNvPr>
          <p:cNvGrpSpPr/>
          <p:nvPr/>
        </p:nvGrpSpPr>
        <p:grpSpPr>
          <a:xfrm>
            <a:off x="6090226" y="5341288"/>
            <a:ext cx="311178" cy="315798"/>
            <a:chOff x="6090227" y="2755108"/>
            <a:chExt cx="311178" cy="315798"/>
          </a:xfrm>
        </p:grpSpPr>
        <p:sp>
          <p:nvSpPr>
            <p:cNvPr id="49" name="Shape 15">
              <a:extLst>
                <a:ext uri="{FF2B5EF4-FFF2-40B4-BE49-F238E27FC236}">
                  <a16:creationId xmlns:a16="http://schemas.microsoft.com/office/drawing/2014/main" id="{1F7FF2ED-9FF7-8A59-C03D-3031386215A2}"/>
                </a:ext>
              </a:extLst>
            </p:cNvPr>
            <p:cNvSpPr/>
            <p:nvPr/>
          </p:nvSpPr>
          <p:spPr>
            <a:xfrm>
              <a:off x="6090227" y="2760010"/>
              <a:ext cx="310896" cy="310896"/>
            </a:xfrm>
            <a:prstGeom prst="ellipse">
              <a:avLst/>
            </a:prstGeom>
            <a:solidFill>
              <a:srgbClr val="6B2737"/>
            </a:solidFill>
            <a:ln/>
          </p:spPr>
        </p:sp>
        <p:sp>
          <p:nvSpPr>
            <p:cNvPr id="50" name="Text 16">
              <a:extLst>
                <a:ext uri="{FF2B5EF4-FFF2-40B4-BE49-F238E27FC236}">
                  <a16:creationId xmlns:a16="http://schemas.microsoft.com/office/drawing/2014/main" id="{E0EF8735-04EC-0D9D-5B13-F5038CADB119}"/>
                </a:ext>
              </a:extLst>
            </p:cNvPr>
            <p:cNvSpPr txBox="1"/>
            <p:nvPr/>
          </p:nvSpPr>
          <p:spPr>
            <a:xfrm>
              <a:off x="6090509" y="2755108"/>
              <a:ext cx="3108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Poppins"/>
                  <a:cs typeface="Poppins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4A1B2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Problemas actuales y la oportunidad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7D76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Diagnóstico de la gestión logística de IBER a partir del relevamiento con el sponsor</a:t>
            </a:r>
            <a:endParaRPr lang="en-US" sz="140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6B27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PROBLEMÁTICAS ACTUALES</a:t>
            </a:r>
            <a:endParaRPr lang="en-US" sz="120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F2AF04A-A37B-482B-3C49-3F0AA7C4A4F2}"/>
              </a:ext>
            </a:extLst>
          </p:cNvPr>
          <p:cNvGrpSpPr/>
          <p:nvPr/>
        </p:nvGrpSpPr>
        <p:grpSpPr>
          <a:xfrm>
            <a:off x="548640" y="2212848"/>
            <a:ext cx="6309360" cy="621792"/>
            <a:chOff x="548640" y="2212848"/>
            <a:chExt cx="6309360" cy="62179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B6B038D-C0EA-C129-C4EC-4693EC779C9F}"/>
                </a:ext>
              </a:extLst>
            </p:cNvPr>
            <p:cNvGrpSpPr/>
            <p:nvPr/>
          </p:nvGrpSpPr>
          <p:grpSpPr>
            <a:xfrm>
              <a:off x="548640" y="2381645"/>
              <a:ext cx="292608" cy="292608"/>
              <a:chOff x="548640" y="2267712"/>
              <a:chExt cx="292608" cy="292608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548640" y="2267712"/>
                <a:ext cx="292608" cy="292608"/>
              </a:xfrm>
              <a:prstGeom prst="ellipse">
                <a:avLst/>
              </a:prstGeom>
              <a:solidFill>
                <a:srgbClr val="C2847A"/>
              </a:solidFill>
              <a:ln/>
            </p:spPr>
          </p:sp>
          <p:sp>
            <p:nvSpPr>
              <p:cNvPr id="6" name="Text 4"/>
              <p:cNvSpPr txBox="1"/>
              <p:nvPr/>
            </p:nvSpPr>
            <p:spPr>
              <a:xfrm>
                <a:off x="548640" y="2267712"/>
                <a:ext cx="29260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>
                    <a:solidFill>
                      <a:srgbClr val="FFFFFF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!</a:t>
                </a:r>
                <a:endParaRPr lang="en-US" sz="1400"/>
              </a:p>
            </p:txBody>
          </p:sp>
        </p:grpSp>
        <p:sp>
          <p:nvSpPr>
            <p:cNvPr id="7" name="Text 5"/>
            <p:cNvSpPr txBox="1"/>
            <p:nvPr/>
          </p:nvSpPr>
          <p:spPr>
            <a:xfrm>
              <a:off x="1024128" y="2212848"/>
              <a:ext cx="5833872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50" err="1">
                  <a:solidFill>
                    <a:srgbClr val="4A1B27"/>
                  </a:solidFill>
                  <a:latin typeface="Poppins"/>
                  <a:cs typeface="Poppins"/>
                </a:rPr>
                <a:t>Procesos</a:t>
              </a:r>
              <a:r>
                <a:rPr lang="en-US" sz="1350">
                  <a:solidFill>
                    <a:srgbClr val="4A1B27"/>
                  </a:solidFill>
                  <a:latin typeface="Poppins"/>
                  <a:cs typeface="Poppins"/>
                </a:rPr>
                <a:t> </a:t>
              </a:r>
              <a:r>
                <a:rPr lang="en-US" sz="1350" err="1">
                  <a:solidFill>
                    <a:srgbClr val="4A1B27"/>
                  </a:solidFill>
                  <a:latin typeface="Poppins"/>
                  <a:cs typeface="Poppins"/>
                </a:rPr>
                <a:t>manuales</a:t>
              </a:r>
              <a:r>
                <a:rPr lang="en-US" sz="1350">
                  <a:solidFill>
                    <a:srgbClr val="4A1B27"/>
                  </a:solidFill>
                  <a:latin typeface="Poppins"/>
                  <a:cs typeface="Poppins"/>
                </a:rPr>
                <a:t> y </a:t>
              </a:r>
              <a:r>
                <a:rPr lang="en-US" sz="1350" err="1">
                  <a:solidFill>
                    <a:srgbClr val="4A1B27"/>
                  </a:solidFill>
                  <a:latin typeface="Poppins"/>
                  <a:cs typeface="Poppins"/>
                </a:rPr>
                <a:t>uso</a:t>
              </a:r>
              <a:r>
                <a:rPr lang="en-US" sz="1350">
                  <a:solidFill>
                    <a:srgbClr val="4A1B27"/>
                  </a:solidFill>
                  <a:latin typeface="Poppins"/>
                  <a:cs typeface="Poppins"/>
                </a:rPr>
                <a:t> de </a:t>
              </a:r>
              <a:r>
                <a:rPr lang="en-US" sz="1350" err="1">
                  <a:solidFill>
                    <a:srgbClr val="4A1B27"/>
                  </a:solidFill>
                  <a:latin typeface="Poppins"/>
                  <a:cs typeface="Poppins"/>
                </a:rPr>
                <a:t>papel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D8F830F-C946-5E5A-3048-3BE66A70A689}"/>
              </a:ext>
            </a:extLst>
          </p:cNvPr>
          <p:cNvGrpSpPr/>
          <p:nvPr/>
        </p:nvGrpSpPr>
        <p:grpSpPr>
          <a:xfrm>
            <a:off x="548640" y="2907792"/>
            <a:ext cx="6309360" cy="621792"/>
            <a:chOff x="548640" y="2907792"/>
            <a:chExt cx="6309360" cy="62179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2026E04-9685-1CA2-6D34-4D28C7B90CCD}"/>
                </a:ext>
              </a:extLst>
            </p:cNvPr>
            <p:cNvGrpSpPr/>
            <p:nvPr/>
          </p:nvGrpSpPr>
          <p:grpSpPr>
            <a:xfrm>
              <a:off x="548640" y="3076589"/>
              <a:ext cx="292608" cy="292608"/>
              <a:chOff x="548640" y="2962656"/>
              <a:chExt cx="292608" cy="292608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548640" y="2962656"/>
                <a:ext cx="292608" cy="292608"/>
              </a:xfrm>
              <a:prstGeom prst="ellipse">
                <a:avLst/>
              </a:prstGeom>
              <a:solidFill>
                <a:srgbClr val="C2847A"/>
              </a:solidFill>
              <a:ln/>
            </p:spPr>
          </p:sp>
          <p:sp>
            <p:nvSpPr>
              <p:cNvPr id="9" name="Text 7"/>
              <p:cNvSpPr txBox="1"/>
              <p:nvPr/>
            </p:nvSpPr>
            <p:spPr>
              <a:xfrm>
                <a:off x="548640" y="2962656"/>
                <a:ext cx="29260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>
                    <a:solidFill>
                      <a:srgbClr val="FFFFFF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!</a:t>
                </a:r>
                <a:endParaRPr lang="en-US" sz="1400"/>
              </a:p>
            </p:txBody>
          </p:sp>
        </p:grpSp>
        <p:sp>
          <p:nvSpPr>
            <p:cNvPr id="10" name="Text 8"/>
            <p:cNvSpPr txBox="1"/>
            <p:nvPr/>
          </p:nvSpPr>
          <p:spPr>
            <a:xfrm>
              <a:off x="1024128" y="2907792"/>
              <a:ext cx="5833872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50">
                  <a:solidFill>
                    <a:srgbClr val="4A1B27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Baja trazabilidad del estado y recorrido de los envíos</a:t>
              </a:r>
              <a:endParaRPr lang="en-US" sz="135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9ACDB7C-1BA5-EFA6-5BB0-3E71B258B792}"/>
              </a:ext>
            </a:extLst>
          </p:cNvPr>
          <p:cNvGrpSpPr/>
          <p:nvPr/>
        </p:nvGrpSpPr>
        <p:grpSpPr>
          <a:xfrm>
            <a:off x="548640" y="3602736"/>
            <a:ext cx="6309360" cy="621792"/>
            <a:chOff x="548640" y="3602736"/>
            <a:chExt cx="6309360" cy="621792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24C55C3-20B9-BA8F-9A4C-1D219D3DEC2F}"/>
                </a:ext>
              </a:extLst>
            </p:cNvPr>
            <p:cNvGrpSpPr/>
            <p:nvPr/>
          </p:nvGrpSpPr>
          <p:grpSpPr>
            <a:xfrm>
              <a:off x="548640" y="3761888"/>
              <a:ext cx="292608" cy="292608"/>
              <a:chOff x="548640" y="3657600"/>
              <a:chExt cx="292608" cy="292608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548640" y="3657600"/>
                <a:ext cx="292608" cy="292608"/>
              </a:xfrm>
              <a:prstGeom prst="ellipse">
                <a:avLst/>
              </a:prstGeom>
              <a:solidFill>
                <a:srgbClr val="C2847A"/>
              </a:solidFill>
              <a:ln/>
            </p:spPr>
          </p:sp>
          <p:sp>
            <p:nvSpPr>
              <p:cNvPr id="12" name="Text 10"/>
              <p:cNvSpPr txBox="1"/>
              <p:nvPr/>
            </p:nvSpPr>
            <p:spPr>
              <a:xfrm>
                <a:off x="548640" y="3657600"/>
                <a:ext cx="29260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>
                    <a:solidFill>
                      <a:srgbClr val="FFFFFF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!</a:t>
                </a:r>
                <a:endParaRPr lang="en-US" sz="1400"/>
              </a:p>
            </p:txBody>
          </p:sp>
        </p:grpSp>
        <p:sp>
          <p:nvSpPr>
            <p:cNvPr id="13" name="Text 11"/>
            <p:cNvSpPr txBox="1"/>
            <p:nvPr/>
          </p:nvSpPr>
          <p:spPr>
            <a:xfrm>
              <a:off x="1024128" y="3602736"/>
              <a:ext cx="5833872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50">
                  <a:solidFill>
                    <a:srgbClr val="4A1B27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Dificultad para planificar y asignar eficientemente el transporte</a:t>
              </a:r>
              <a:endParaRPr lang="en-US" sz="13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9AC17B4-42A8-7444-A82C-8A74D305D6C2}"/>
              </a:ext>
            </a:extLst>
          </p:cNvPr>
          <p:cNvGrpSpPr/>
          <p:nvPr/>
        </p:nvGrpSpPr>
        <p:grpSpPr>
          <a:xfrm>
            <a:off x="548640" y="4297680"/>
            <a:ext cx="6309360" cy="621792"/>
            <a:chOff x="548640" y="4297680"/>
            <a:chExt cx="6309360" cy="62179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4C0A496-2B9E-CDDB-BE9A-83CD8E0D8B13}"/>
                </a:ext>
              </a:extLst>
            </p:cNvPr>
            <p:cNvGrpSpPr/>
            <p:nvPr/>
          </p:nvGrpSpPr>
          <p:grpSpPr>
            <a:xfrm>
              <a:off x="548640" y="4456832"/>
              <a:ext cx="292608" cy="292608"/>
              <a:chOff x="548640" y="4352544"/>
              <a:chExt cx="292608" cy="292608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548640" y="4352544"/>
                <a:ext cx="292608" cy="292608"/>
              </a:xfrm>
              <a:prstGeom prst="ellipse">
                <a:avLst/>
              </a:prstGeom>
              <a:solidFill>
                <a:srgbClr val="C2847A"/>
              </a:solidFill>
              <a:ln/>
            </p:spPr>
          </p:sp>
          <p:sp>
            <p:nvSpPr>
              <p:cNvPr id="15" name="Text 13"/>
              <p:cNvSpPr txBox="1"/>
              <p:nvPr/>
            </p:nvSpPr>
            <p:spPr>
              <a:xfrm>
                <a:off x="548640" y="4352544"/>
                <a:ext cx="29260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>
                    <a:solidFill>
                      <a:srgbClr val="FFFFFF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!</a:t>
                </a:r>
                <a:endParaRPr lang="en-US" sz="1400"/>
              </a:p>
            </p:txBody>
          </p:sp>
        </p:grpSp>
        <p:sp>
          <p:nvSpPr>
            <p:cNvPr id="16" name="Text 14"/>
            <p:cNvSpPr txBox="1"/>
            <p:nvPr/>
          </p:nvSpPr>
          <p:spPr>
            <a:xfrm>
              <a:off x="1024128" y="4297680"/>
              <a:ext cx="5833872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50">
                  <a:solidFill>
                    <a:srgbClr val="4A1B27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Falta de información consolidada sobre costos y desempeño</a:t>
              </a:r>
              <a:endParaRPr lang="en-US" sz="135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1834C40-58D8-C45A-16B3-580539D56441}"/>
              </a:ext>
            </a:extLst>
          </p:cNvPr>
          <p:cNvGrpSpPr/>
          <p:nvPr/>
        </p:nvGrpSpPr>
        <p:grpSpPr>
          <a:xfrm>
            <a:off x="548640" y="4992624"/>
            <a:ext cx="6309360" cy="621792"/>
            <a:chOff x="548640" y="4992624"/>
            <a:chExt cx="6309360" cy="62179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AE4BFA9-743A-855A-46D1-32ED11E735A3}"/>
                </a:ext>
              </a:extLst>
            </p:cNvPr>
            <p:cNvGrpSpPr/>
            <p:nvPr/>
          </p:nvGrpSpPr>
          <p:grpSpPr>
            <a:xfrm>
              <a:off x="548640" y="5151776"/>
              <a:ext cx="292608" cy="292608"/>
              <a:chOff x="548640" y="5047488"/>
              <a:chExt cx="292608" cy="292608"/>
            </a:xfrm>
          </p:grpSpPr>
          <p:sp>
            <p:nvSpPr>
              <p:cNvPr id="17" name="Shape 15"/>
              <p:cNvSpPr/>
              <p:nvPr/>
            </p:nvSpPr>
            <p:spPr>
              <a:xfrm>
                <a:off x="548640" y="5047488"/>
                <a:ext cx="292608" cy="292608"/>
              </a:xfrm>
              <a:prstGeom prst="ellipse">
                <a:avLst/>
              </a:prstGeom>
              <a:solidFill>
                <a:srgbClr val="C2847A"/>
              </a:solidFill>
              <a:ln/>
            </p:spPr>
          </p:sp>
          <p:sp>
            <p:nvSpPr>
              <p:cNvPr id="18" name="Text 16"/>
              <p:cNvSpPr txBox="1"/>
              <p:nvPr/>
            </p:nvSpPr>
            <p:spPr>
              <a:xfrm>
                <a:off x="548640" y="5047488"/>
                <a:ext cx="29260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>
                    <a:solidFill>
                      <a:srgbClr val="FFFFFF"/>
                    </a:solidFill>
                    <a:latin typeface="Poppins" pitchFamily="34" charset="0"/>
                    <a:ea typeface="Poppins" pitchFamily="34" charset="-122"/>
                    <a:cs typeface="Poppins" pitchFamily="34" charset="-120"/>
                  </a:rPr>
                  <a:t>!</a:t>
                </a:r>
                <a:endParaRPr lang="en-US" sz="1400"/>
              </a:p>
            </p:txBody>
          </p:sp>
        </p:grpSp>
        <p:sp>
          <p:nvSpPr>
            <p:cNvPr id="19" name="Text 17"/>
            <p:cNvSpPr txBox="1"/>
            <p:nvPr/>
          </p:nvSpPr>
          <p:spPr>
            <a:xfrm>
              <a:off x="1024128" y="4992624"/>
              <a:ext cx="5833872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50">
                  <a:solidFill>
                    <a:srgbClr val="4A1B27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Ausencia de reportes automáticos para el control y la decisión</a:t>
              </a:r>
              <a:endParaRPr lang="en-US" sz="135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270D4C2-85C4-1F0F-F876-C33F0EA667B4}"/>
              </a:ext>
            </a:extLst>
          </p:cNvPr>
          <p:cNvGrpSpPr/>
          <p:nvPr/>
        </p:nvGrpSpPr>
        <p:grpSpPr>
          <a:xfrm>
            <a:off x="7178040" y="1783080"/>
            <a:ext cx="4462272" cy="2286000"/>
            <a:chOff x="7178040" y="1783080"/>
            <a:chExt cx="4462272" cy="2286000"/>
          </a:xfrm>
        </p:grpSpPr>
        <p:sp>
          <p:nvSpPr>
            <p:cNvPr id="20" name="Shape 18"/>
            <p:cNvSpPr/>
            <p:nvPr/>
          </p:nvSpPr>
          <p:spPr>
            <a:xfrm>
              <a:off x="7178040" y="1783080"/>
              <a:ext cx="4462272" cy="2286000"/>
            </a:xfrm>
            <a:prstGeom prst="roundRect">
              <a:avLst>
                <a:gd name="adj" fmla="val 2800"/>
              </a:avLst>
            </a:prstGeom>
            <a:solidFill>
              <a:srgbClr val="4A1B27"/>
            </a:solidFill>
            <a:ln/>
          </p:spPr>
        </p:sp>
        <p:sp>
          <p:nvSpPr>
            <p:cNvPr id="21" name="Text 19"/>
            <p:cNvSpPr txBox="1"/>
            <p:nvPr/>
          </p:nvSpPr>
          <p:spPr>
            <a:xfrm>
              <a:off x="7498080" y="1993392"/>
              <a:ext cx="38221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kern="0" spc="150">
                  <a:solidFill>
                    <a:srgbClr val="C2847A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OPORTUNIDAD</a:t>
              </a:r>
              <a:endParaRPr lang="en-US" sz="110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7498080" y="2331720"/>
              <a:ext cx="3822192" cy="160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>
                  <a:solidFill>
                    <a:srgbClr val="FBF6EE"/>
                  </a:solidFill>
                  <a:latin typeface="Poppins" pitchFamily="34" charset="0"/>
                  <a:ea typeface="Poppins" pitchFamily="34" charset="-122"/>
                  <a:cs typeface="Poppins" pitchFamily="34" charset="-120"/>
                </a:rPr>
                <a:t>Integrar la gestión logística al ERP: planificar y asignar envíos, gestionar proveedores y fleteros, trazar cada operación, imputar costos y generar información para decidir.</a:t>
              </a:r>
              <a:endParaRPr lang="en-US" sz="1400"/>
            </a:p>
          </p:txBody>
        </p:sp>
      </p:grpSp>
      <p:sp>
        <p:nvSpPr>
          <p:cNvPr id="23" name="Text 21"/>
          <p:cNvSpPr txBox="1"/>
          <p:nvPr/>
        </p:nvSpPr>
        <p:spPr>
          <a:xfrm>
            <a:off x="7409534" y="4221519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6B2737"/>
                </a:solidFill>
                <a:latin typeface="Poppins"/>
                <a:ea typeface="Poppins" pitchFamily="34" charset="-122"/>
                <a:cs typeface="Poppins"/>
              </a:rPr>
              <a:t>PRIORIDAD MUST</a:t>
            </a:r>
            <a:endParaRPr lang="en-US" sz="1100">
              <a:latin typeface="Poppins"/>
              <a:cs typeface="Poppin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178040" y="4617720"/>
            <a:ext cx="4462272" cy="384048"/>
          </a:xfrm>
          <a:prstGeom prst="roundRect">
            <a:avLst>
              <a:gd name="adj" fmla="val 47619"/>
            </a:avLst>
          </a:prstGeom>
          <a:solidFill>
            <a:srgbClr val="EEE0C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06640" y="461772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US-01 · Digitalizar transferencias</a:t>
            </a:r>
            <a:endParaRPr lang="en-US" sz="1150"/>
          </a:p>
        </p:txBody>
      </p:sp>
      <p:sp>
        <p:nvSpPr>
          <p:cNvPr id="26" name="Shape 24"/>
          <p:cNvSpPr/>
          <p:nvPr/>
        </p:nvSpPr>
        <p:spPr>
          <a:xfrm>
            <a:off x="7178040" y="5074920"/>
            <a:ext cx="4462272" cy="384048"/>
          </a:xfrm>
          <a:prstGeom prst="roundRect">
            <a:avLst>
              <a:gd name="adj" fmla="val 47619"/>
            </a:avLst>
          </a:prstGeom>
          <a:solidFill>
            <a:srgbClr val="EEE0C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06640" y="507492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US-02 · Selección automática de proveedor</a:t>
            </a:r>
            <a:endParaRPr lang="en-US" sz="1150"/>
          </a:p>
        </p:txBody>
      </p:sp>
      <p:sp>
        <p:nvSpPr>
          <p:cNvPr id="28" name="Shape 26"/>
          <p:cNvSpPr/>
          <p:nvPr/>
        </p:nvSpPr>
        <p:spPr>
          <a:xfrm>
            <a:off x="7178040" y="5532120"/>
            <a:ext cx="4462272" cy="384048"/>
          </a:xfrm>
          <a:prstGeom prst="roundRect">
            <a:avLst>
              <a:gd name="adj" fmla="val 47619"/>
            </a:avLst>
          </a:prstGeom>
          <a:solidFill>
            <a:srgbClr val="EEE0C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406640" y="553212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US-03 · Trazabilidad de envíos</a:t>
            </a:r>
            <a:endParaRPr lang="en-US" sz="1150"/>
          </a:p>
        </p:txBody>
      </p:sp>
      <p:sp>
        <p:nvSpPr>
          <p:cNvPr id="30" name="Shape 28"/>
          <p:cNvSpPr/>
          <p:nvPr/>
        </p:nvSpPr>
        <p:spPr>
          <a:xfrm>
            <a:off x="7178040" y="5989320"/>
            <a:ext cx="4462272" cy="384048"/>
          </a:xfrm>
          <a:prstGeom prst="roundRect">
            <a:avLst>
              <a:gd name="adj" fmla="val 47619"/>
            </a:avLst>
          </a:prstGeom>
          <a:solidFill>
            <a:srgbClr val="EEE0C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406640" y="5989320"/>
            <a:ext cx="4005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A1B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US-04 · Costos logísticos</a:t>
            </a:r>
            <a:endParaRPr lang="en-US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B2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EEE0CB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Próximos pasos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Épica 2 — Diseñar la transformación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C284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T-02 · Actual  </a:t>
            </a:r>
            <a:r>
              <a:rPr lang="en-US" sz="120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 03/09 · hoy</a:t>
            </a:r>
            <a:endParaRPr lang="en-US" sz="1200"/>
          </a:p>
        </p:txBody>
      </p:sp>
      <p:sp>
        <p:nvSpPr>
          <p:cNvPr id="6" name="Text 4"/>
          <p:cNvSpPr txBox="1"/>
          <p:nvPr/>
        </p:nvSpPr>
        <p:spPr>
          <a:xfrm>
            <a:off x="3840480" y="1691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4A1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89120" y="16916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T-03 · Destino  </a:t>
            </a:r>
            <a:r>
              <a:rPr lang="en-US" sz="120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 10/09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91672" cy="749808"/>
          </a:xfrm>
          <a:prstGeom prst="roundRect">
            <a:avLst>
              <a:gd name="adj" fmla="val 6098"/>
            </a:avLst>
          </a:prstGeom>
          <a:solidFill>
            <a:srgbClr val="FBF6EE">
              <a:alpha val="10000"/>
            </a:srgbClr>
          </a:solidFill>
          <a:ln w="9525">
            <a:solidFill>
              <a:srgbClr val="BAA8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3317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EE0CB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Negocio</a:t>
            </a:r>
            <a:endParaRPr lang="en-US" sz="1300"/>
          </a:p>
        </p:txBody>
      </p:sp>
      <p:sp>
        <p:nvSpPr>
          <p:cNvPr id="11" name="Text 9"/>
          <p:cNvSpPr txBox="1"/>
          <p:nvPr/>
        </p:nvSpPr>
        <p:spPr>
          <a:xfrm>
            <a:off x="2468880" y="233172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Mapa de procesos actual</a:t>
            </a:r>
            <a:endParaRPr lang="en-US" sz="1100"/>
          </a:p>
        </p:txBody>
      </p:sp>
      <p:sp>
        <p:nvSpPr>
          <p:cNvPr id="12" name="Text 10"/>
          <p:cNvSpPr txBox="1"/>
          <p:nvPr/>
        </p:nvSpPr>
        <p:spPr>
          <a:xfrm>
            <a:off x="6080760" y="23317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/>
          </a:p>
        </p:txBody>
      </p:sp>
      <p:sp>
        <p:nvSpPr>
          <p:cNvPr id="13" name="Text 11"/>
          <p:cNvSpPr txBox="1"/>
          <p:nvPr/>
        </p:nvSpPr>
        <p:spPr>
          <a:xfrm>
            <a:off x="6629400" y="233172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Procesos rediseñados para la transformación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11091672" cy="749808"/>
          </a:xfrm>
          <a:prstGeom prst="roundRect">
            <a:avLst>
              <a:gd name="adj" fmla="val 6098"/>
            </a:avLst>
          </a:prstGeom>
          <a:solidFill>
            <a:srgbClr val="FBF6EE">
              <a:alpha val="10000"/>
            </a:srgbClr>
          </a:solidFill>
          <a:ln w="9525">
            <a:solidFill>
              <a:srgbClr val="BAA89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163824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EE0CB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Datos</a:t>
            </a:r>
            <a:endParaRPr lang="en-US" sz="1300"/>
          </a:p>
        </p:txBody>
      </p:sp>
      <p:sp>
        <p:nvSpPr>
          <p:cNvPr id="16" name="Text 14"/>
          <p:cNvSpPr txBox="1"/>
          <p:nvPr/>
        </p:nvSpPr>
        <p:spPr>
          <a:xfrm>
            <a:off x="2468880" y="316382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Bases y fuentes de datos actuales</a:t>
            </a:r>
            <a:endParaRPr lang="en-US" sz="1100"/>
          </a:p>
        </p:txBody>
      </p:sp>
      <p:sp>
        <p:nvSpPr>
          <p:cNvPr id="17" name="Text 15"/>
          <p:cNvSpPr txBox="1"/>
          <p:nvPr/>
        </p:nvSpPr>
        <p:spPr>
          <a:xfrm>
            <a:off x="6080760" y="316382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/>
          </a:p>
        </p:txBody>
      </p:sp>
      <p:sp>
        <p:nvSpPr>
          <p:cNvPr id="18" name="Text 16"/>
          <p:cNvSpPr txBox="1"/>
          <p:nvPr/>
        </p:nvSpPr>
        <p:spPr>
          <a:xfrm>
            <a:off x="6629400" y="3163824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Capacidades de datos que necesita el destino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548640" y="3995928"/>
            <a:ext cx="11091672" cy="749808"/>
          </a:xfrm>
          <a:prstGeom prst="roundRect">
            <a:avLst>
              <a:gd name="adj" fmla="val 6098"/>
            </a:avLst>
          </a:prstGeom>
          <a:solidFill>
            <a:srgbClr val="FBF6EE">
              <a:alpha val="10000"/>
            </a:srgbClr>
          </a:solidFill>
          <a:ln w="9525">
            <a:solidFill>
              <a:srgbClr val="BAA89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995928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EE0CB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Aplicaciones</a:t>
            </a:r>
            <a:endParaRPr lang="en-US" sz="1300"/>
          </a:p>
        </p:txBody>
      </p:sp>
      <p:sp>
        <p:nvSpPr>
          <p:cNvPr id="21" name="Text 19"/>
          <p:cNvSpPr txBox="1"/>
          <p:nvPr/>
        </p:nvSpPr>
        <p:spPr>
          <a:xfrm>
            <a:off x="2468880" y="399592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Catálogo de aplicaciones actual</a:t>
            </a:r>
            <a:endParaRPr lang="en-US" sz="1100"/>
          </a:p>
        </p:txBody>
      </p:sp>
      <p:sp>
        <p:nvSpPr>
          <p:cNvPr id="22" name="Text 20"/>
          <p:cNvSpPr txBox="1"/>
          <p:nvPr/>
        </p:nvSpPr>
        <p:spPr>
          <a:xfrm>
            <a:off x="6080760" y="399592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/>
          </a:p>
        </p:txBody>
      </p:sp>
      <p:sp>
        <p:nvSpPr>
          <p:cNvPr id="23" name="Text 21"/>
          <p:cNvSpPr txBox="1"/>
          <p:nvPr/>
        </p:nvSpPr>
        <p:spPr>
          <a:xfrm>
            <a:off x="6629400" y="3995928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Aplicaciones y servicios que deberían existir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548640" y="4828032"/>
            <a:ext cx="11091672" cy="749808"/>
          </a:xfrm>
          <a:prstGeom prst="roundRect">
            <a:avLst>
              <a:gd name="adj" fmla="val 6098"/>
            </a:avLst>
          </a:prstGeom>
          <a:solidFill>
            <a:srgbClr val="FBF6EE">
              <a:alpha val="10000"/>
            </a:srgbClr>
          </a:solidFill>
          <a:ln w="9525">
            <a:solidFill>
              <a:srgbClr val="BAA89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82803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EE0CB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Tecnología</a:t>
            </a:r>
            <a:endParaRPr lang="en-US" sz="1300"/>
          </a:p>
        </p:txBody>
      </p:sp>
      <p:sp>
        <p:nvSpPr>
          <p:cNvPr id="26" name="Text 24"/>
          <p:cNvSpPr txBox="1"/>
          <p:nvPr/>
        </p:nvSpPr>
        <p:spPr>
          <a:xfrm>
            <a:off x="2468880" y="482803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Infraestructura y tecnología actual</a:t>
            </a:r>
            <a:endParaRPr lang="en-US" sz="1100"/>
          </a:p>
        </p:txBody>
      </p:sp>
      <p:sp>
        <p:nvSpPr>
          <p:cNvPr id="27" name="Text 25"/>
          <p:cNvSpPr txBox="1"/>
          <p:nvPr/>
        </p:nvSpPr>
        <p:spPr>
          <a:xfrm>
            <a:off x="6080760" y="482803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C284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/>
          </a:p>
        </p:txBody>
      </p:sp>
      <p:sp>
        <p:nvSpPr>
          <p:cNvPr id="28" name="Text 26"/>
          <p:cNvSpPr txBox="1"/>
          <p:nvPr/>
        </p:nvSpPr>
        <p:spPr>
          <a:xfrm>
            <a:off x="6629400" y="4828032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Requerimientos y restricciones tecnológicas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4A1B2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5087" y="562356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EE0C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Quedamos a disposición para la siguiente instancia de revisión.  ·  equipo.nextstep@aplsi.com  ·  IBER — Sebastián Pensado, Gerente Comercial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2026-09-03T19:34:35Z</dcterms:created>
  <dcterms:modified xsi:type="dcterms:W3CDTF">2026-09-04T00:49:50Z</dcterms:modified>
</cp:coreProperties>
</file>